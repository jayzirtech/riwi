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4114800" cy="4114800"/>
          </a:xfrm>
          <a:prstGeom prst="ellipse">
            <a:avLst/>
          </a:prstGeom>
          <a:solidFill>
            <a:srgbClr val="6E56C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FB5A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ANÁLISIS DE DATOS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2331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7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práctica de las líneas de código más comunes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7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manipular y analizar datos en Python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846320"/>
            <a:ext cx="4206240" cy="502920"/>
          </a:xfrm>
          <a:prstGeom prst="roundRect">
            <a:avLst>
              <a:gd name="adj" fmla="val 50909"/>
            </a:avLst>
          </a:prstGeom>
          <a:solidFill>
            <a:srgbClr val="2A2F5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8463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E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Python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pandas?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es la librería estándar de Python para manipular y analizar datos tabulares (como una hoja de cálculo). Se construye sobre NumPy y ofrece dos estructuras principales de datos.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F7F7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8346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columna de datos: un arreglo unidimensional con un índice asociado a cada valor.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4297680"/>
            <a:ext cx="4480560" cy="13716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15568" y="4462272"/>
            <a:ext cx="109728" cy="10972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10" name="Shape 8"/>
          <p:cNvSpPr/>
          <p:nvPr/>
        </p:nvSpPr>
        <p:spPr>
          <a:xfrm>
            <a:off x="1335024" y="4462272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1" name="Shape 9"/>
          <p:cNvSpPr/>
          <p:nvPr/>
        </p:nvSpPr>
        <p:spPr>
          <a:xfrm>
            <a:off x="1554480" y="4462272"/>
            <a:ext cx="109728" cy="10972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47091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pd.Series([10, 20, 30])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  10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 20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  30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256032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F7F7F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28346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75120" y="338328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tabla completa: filas y columnas, como una hoja de Excel o una tabla SQL.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4297680"/>
            <a:ext cx="4480560" cy="13716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76288" y="4462272"/>
            <a:ext cx="109728" cy="10972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18" name="Shape 16"/>
          <p:cNvSpPr/>
          <p:nvPr/>
        </p:nvSpPr>
        <p:spPr>
          <a:xfrm>
            <a:off x="7095744" y="4462272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4462272"/>
            <a:ext cx="109728" cy="10972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47091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pd.DataFrame({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'nombre': ['Ana','Leo'],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'edad': [23, 31]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Python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PASOS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e importación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217920" cy="219456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01952"/>
            <a:ext cx="109728" cy="10972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01952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901952"/>
            <a:ext cx="109728" cy="10972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E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pandas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pandas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la librería desde la terminal (una sola vez por entorno).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0" y="25786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28529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pandas en el script; 'pd' es el alias estándar usado en toda la comunidad.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0" y="33101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0" y="358444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suele importarse junto a pandas para trabajar con valores numéricos y NaN.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Python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DATOS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y leer DataFrames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217920" cy="4023360"/>
          </a:xfrm>
          <a:prstGeom prst="roundRect">
            <a:avLst>
              <a:gd name="adj" fmla="val 272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01952"/>
            <a:ext cx="109728" cy="10972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01952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901952"/>
            <a:ext cx="109728" cy="10972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5669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pd.DataFrame(diccionario)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pd.read_csv('datos.csv')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pd.read_excel('datos.xlsx')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pd.read_json('datos.json')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pd.read_sql(query, conexion)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df.to_csv('salida.csv', index=False)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pd.DataFrame(dic)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una tabla a partir de un diccionario, lista de listas, etc.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0" y="2468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pd.read_csv(...)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2743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un archivo CSV y lo convierte en DataFrame. Es la forma más usada.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0" y="3200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pd.read_excel(...)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0" y="3474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un archivo de Excel (requiere openpyxl instalado).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3931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df.to_csv(...)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32320" y="4206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el DataFrame en un archivo; index=False evita escribir la columna de índice.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Python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un DataFrame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217920" cy="4023360"/>
          </a:xfrm>
          <a:prstGeom prst="roundRect">
            <a:avLst>
              <a:gd name="adj" fmla="val 272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01952"/>
            <a:ext cx="109728" cy="10972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01952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901952"/>
            <a:ext cx="109728" cy="10972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5669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df.tail(3)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df.dtypes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las primeras 5 filas (o el número que le pases entre paréntesis).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0" y="2468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df.tail(3)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2743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las últimas 3 filas.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0" y="3200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0" y="3474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(filas, columnas) como tupla.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3931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32320" y="4206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Resumen: tipos de dato, valores no nulos y uso de memoria.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132320" y="46634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132320" y="49377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(media, min, max, percentiles) de columnas numéricas.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132320" y="53949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 / dtypes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32320" y="56692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los nombres de columnas y el tipo de dato de cada una.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Python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columnas y filas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217920" cy="4023360"/>
          </a:xfrm>
          <a:prstGeom prst="roundRect">
            <a:avLst>
              <a:gd name="adj" fmla="val 272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01952"/>
            <a:ext cx="109728" cy="10972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01952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901952"/>
            <a:ext cx="109728" cy="10972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5669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df['edad']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df[['edad', 'nombre']]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df.loc[0, 'edad']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df.loc[0:2, ['edad']]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df.iloc[0]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df.iloc[0:2, 0:2]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df['col']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una sola columna como Series.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0" y="2468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df[['a','b']]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2743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varias columnas como DataFrame (doble corchete).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0" y="3200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df.loc[...]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0" y="3474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por etiqueta: nombre de fila/columna.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3931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df.iloc[...]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32320" y="4206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por posición numérica (índice entero), igual que en listas.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Python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filas con condiciones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217920" cy="4023360"/>
          </a:xfrm>
          <a:prstGeom prst="roundRect">
            <a:avLst>
              <a:gd name="adj" fmla="val 272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01952"/>
            <a:ext cx="109728" cy="10972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01952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901952"/>
            <a:ext cx="109728" cy="10972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5669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df[df['edad'] &gt; 25]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df[(df['edad'] &gt; 25) &amp;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(df['ciudad'] == 'Bogotá')]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df[df['nombre'].isin(['Ana','Leo'])]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df.query('edad &gt; 25')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df[condición]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condición genera una Serie booleana; solo se conservan las filas True.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0" y="2468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/ |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2743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 condiciones (AND / OR). Cada condición va entre paréntesis.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0" y="3200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.isin([...])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0" y="3474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filas cuyo valor esté dentro de una lista.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3931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df.query('...')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32320" y="4206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el filtro como texto, más legible para condiciones largas.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Python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modificar y eliminar columnas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217920" cy="4023360"/>
          </a:xfrm>
          <a:prstGeom prst="roundRect">
            <a:avLst>
              <a:gd name="adj" fmla="val 272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01952"/>
            <a:ext cx="109728" cy="10972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01952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901952"/>
            <a:ext cx="109728" cy="10972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5669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df['nueva'] = df['edad'] * 2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df['cat'] = df['edad'].apply(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x: 'adulto' if x&gt;=18 else 'menor')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df.rename(columns={'edad':'años'})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df.drop(columns=['nueva'])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df['nueva'] = ...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o sobreescribe una columna asignándole una operación vectorizada.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0" y="2468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.apply(func)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2743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una función (o lambda) a cada valor de la columna.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0" y="3200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.rename(columns=)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0" y="3474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el nombre de una o varias columnas.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3931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.drop(columns=)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32320" y="4206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columnas. Usa axis=0 o índice de fila para eliminar filas.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Python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faltantes (NaN)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217920" cy="4023360"/>
          </a:xfrm>
          <a:prstGeom prst="roundRect">
            <a:avLst>
              <a:gd name="adj" fmla="val 272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01952"/>
            <a:ext cx="109728" cy="10972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01952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901952"/>
            <a:ext cx="109728" cy="10972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5669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df.dropna()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df.dropna(subset=['edad'])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df.fillna(0)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df['edad'].fillna(df['edad'].mean())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True/False según haya valores nulos en cada celda.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0" y="2468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.isnull().sum()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2743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cuántos nulos hay por columna, muy usado para diagnóstico.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0" y="3200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df.dropna()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0" y="3474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filas (o columnas con axis=1) que contengan valores nulos.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3931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df.fillna(valor)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32320" y="4206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Rellena los nulos con un valor fijo, la media, mediana, etc.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Python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y agrupar datos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217920" cy="4023360"/>
          </a:xfrm>
          <a:prstGeom prst="roundRect">
            <a:avLst>
              <a:gd name="adj" fmla="val 272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01952"/>
            <a:ext cx="109728" cy="10972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01952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901952"/>
            <a:ext cx="109728" cy="10972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5669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df.sort_values('edad')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df.sort_values('edad', ascending=False)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df.groupby('ciudad')['edad'].mean()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df.groupby('ciudad').agg(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{'edad': 'mean', 'nombre': 'count'})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df['ciudad'].value_counts()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sort_values(col)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las filas según los valores de una columna.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0" y="2468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groupby(col)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2743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filas que comparten un valor en 'col' para aplicar una agregación.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0" y="3200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.agg({...})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0" y="3474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distintas funciones de agregación a distintas columnas a la vez.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3931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.value_counts()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32320" y="4206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cuántas veces aparece cada valor único en una columna.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Python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 varios DataFrames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217920" cy="4023360"/>
          </a:xfrm>
          <a:prstGeom prst="roundRect">
            <a:avLst>
              <a:gd name="adj" fmla="val 272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01952"/>
            <a:ext cx="109728" cy="10972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01952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901952"/>
            <a:ext cx="109728" cy="10972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5669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pd.concat([df1, df2])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pd.concat([df1, df2], axis=1)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pd.merge(df1, df2, on='id')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pd.merge(df1, df2, on='id', how='left')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df1.join(df2)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pd.concat([...])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Apila DataFrames uno debajo del otro (axis=0) o lado a lado (axis=1).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0" y="2468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pd.merge(...)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2743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tablas por una columna en común, como un JOIN de SQL.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0" y="3200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how='left'/'right'/'inner'/'outer'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0" y="3474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qué filas conservar cuando no hay coincidencia exacta.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3931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5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df1.join(df2)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32320" y="4206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por índice en vez de por columna.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Python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RÁPIDO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Chuleta de pandas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262B5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470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pd.read_csv()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73736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262B52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18470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df.head(), df.info()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262B5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358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df['col'], df.loc[], df.iloc[]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292608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262B52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30358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3383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df[df['col'] &gt; x]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262B5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245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572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df['nueva'] = ...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411480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262B52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42245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0" y="4572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df.dropna(), df.fillna()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30352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262B52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4132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5760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df.groupby('col').mean()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530352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262B52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54132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75120" y="5760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pd.merge(), pd.concat()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Python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6E56CF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 con tus propios datos: read_csv() → head() → filtrar → groupby()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Python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2026-07-28T11:27:52Z</dcterms:created>
  <dcterms:modified xsi:type="dcterms:W3CDTF">2026-07-28T11:27:52Z</dcterms:modified>
</cp:coreProperties>
</file>