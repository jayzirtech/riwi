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3776A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E9E5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CONFIGURACIÓN DE PROYECTOS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21945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virtuales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crear, activar y administrar un entorno virtual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7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aislar las dependencias de cada proyecto en Python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2233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617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env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entorno virtual?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entorno virtual es una carpeta aislada con su propia copia de Python y sus propias librerías, independiente de las que tengas instaladas globalmente en tu computadora.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76A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520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tiene sus propias versiones de librerías, sin chocar entre sí.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560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76AB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3520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39319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 persona puede instalar exactamente las mismas dependencias que tú usaste.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76AB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520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9319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ensucias el Python global del sistema con paquetes de cada proyecto.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52560" y="2560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5F7FA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0" y="2880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776AB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3520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81160" y="393192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estándar recomendado por la comunidad Python para cualquier proyecto.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Python está instalado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2926080"/>
          </a:xfrm>
          <a:prstGeom prst="roundRect">
            <a:avLst>
              <a:gd name="adj" fmla="val 375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 algunos sistemas es: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python3 --version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la versión instalada. Necesitas Python 3.3 o superior (venv ya viene incluido).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python3 --version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Mac/Linux, a veces 'python' apunta a Python 2. Usa 'python3' para asegurar la versión correcta.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tienes Python instalado, descárgalo desde python.org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entorno virtual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329184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mi_proyecto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env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'env' es el nombre de la carpeta;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también se usa 'venv' o '.venv'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mi_proyecto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Sitúate primero en la carpeta de tu proyecto.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env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carpeta llamada 'env' con una copia aislada del intérprete de Python.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410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de la carpeta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685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llamarla como quieras: env, venv, .venv... esta última es común porque queda oculta.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el entorno virtual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cambia según tu sistema operativo: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776A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49631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Shape 7"/>
          <p:cNvSpPr/>
          <p:nvPr/>
        </p:nvSpPr>
        <p:spPr>
          <a:xfrm>
            <a:off x="969264" y="249631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249631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env\Scripts\activate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13" name="Text 11"/>
          <p:cNvSpPr/>
          <p:nvPr/>
        </p:nvSpPr>
        <p:spPr>
          <a:xfrm>
            <a:off x="6172200" y="1920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/ LINUX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33172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73368" y="249631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16" name="Shape 14"/>
          <p:cNvSpPr/>
          <p:nvPr/>
        </p:nvSpPr>
        <p:spPr>
          <a:xfrm>
            <a:off x="6592824" y="249631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7" name="Shape 15"/>
          <p:cNvSpPr/>
          <p:nvPr/>
        </p:nvSpPr>
        <p:spPr>
          <a:xfrm>
            <a:off x="6812280" y="249631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7432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env/bin/activate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0972800" cy="164592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sé que funcionó?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el nombre del entorno entre paréntesis al inicio de la línea de comandos, por ejemplo: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530352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E1E2E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303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EC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(env) usuario@equipo:~/mi_proyecto$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librerías dentro del entorno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numpy matplotlib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list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nombre==1.2.3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--upgrade nombre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uninstall nombre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x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una librería solo dentro del entorno activo, sin afectar el resto del sistema.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list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todas las librerías instaladas en el entorno actual.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291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==1.2.3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566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una versión exacta, útil para reproducir un entorno específico.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2320" y="4069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uninstall x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132320" y="4343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una librería del entorno.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y restaurar dependencias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4023360"/>
          </a:xfrm>
          <a:prstGeom prst="roundRect">
            <a:avLst>
              <a:gd name="adj" fmla="val 2727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contenido de requirements.txt: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C4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pandas==2.2.0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0C4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numpy==1.26.0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archivo con todas las librerías instaladas y sus versiones exactas.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633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907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comparte junto al proyecto (por ejemplo, en Git) para que otros sepan qué instalar.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132320" y="3410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32320" y="3685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automáticamente todas las librerías listadas en el archivo.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Desactivar el entorno virtual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217920" cy="2194560"/>
          </a:xfrm>
          <a:prstGeom prst="roundRect">
            <a:avLst>
              <a:gd name="adj" fmla="val 5000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01952"/>
            <a:ext cx="109728" cy="10972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" y="1901952"/>
            <a:ext cx="109728" cy="109728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901952"/>
            <a:ext cx="109728" cy="10972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4884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A2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17373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del entorno virtual y vuelve al Python global del sistema. Funciona igual en Windows, Mac y Linux.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132320" y="2514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77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¿Cuándo usarlo?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132320" y="2788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de trabajar en el proyecto, o antes de cambiar a otro proyecto con otro entorno.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el entorno en VS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paleta de comandos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Ctrl+Shift+P (Windows/Linux) o Cmd+Shift+P (Mac)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697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'Python: Select Interpreter'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063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el nombre en la paleta de comandos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657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intérprete del entorno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023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Aparecerá listado como './env/bin/python' o similar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3776A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17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terminal integrada lo activa solo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4983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abrir una nueva terminal, VS Code activa el entorno automáticamente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77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Consejos y errores comunes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7099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la carpeta del entorno a .gitignore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756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subas 'env/' al repositorio; comparte solo requirements.txt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7614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entorno por proyecto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1272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reutilices el mismo entorno para proyectos distintos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813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instales librerías sin activar el entorno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178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prompt no muestra '(env)', estás instalando en el Python global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olvides activar el entorno cada sesión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vez que abras una terminal nueva hay que activarlo de nuevo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RÁPIDO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Chuleta de entornos virtuales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47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env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1847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(Windows)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env\Scripts\activate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(Mac/Linux)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env/bin/activate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292608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30358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librerías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75120" y="3383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nombre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114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instaladas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list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0" y="4114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2245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dependencias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7512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13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dependencias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0" y="530352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F2E52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54132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Desactivar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75120" y="5760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deactivate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3776AB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¡Listo para empezar!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entorno por cada proyecto nuevo: python -m venv env → activar → pip install → requirements.txt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Entornos virtuales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2026-07-28T13:16:31Z</dcterms:created>
  <dcterms:modified xsi:type="dcterms:W3CDTF">2026-07-28T13:16:31Z</dcterms:modified>
</cp:coreProperties>
</file>